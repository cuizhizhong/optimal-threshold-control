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7cf3b2c394012" /><Relationship Type="http://schemas.openxmlformats.org/officeDocument/2006/relationships/extended-properties" Target="/docProps/app.xml" Id="R5b1e274352a24838" /><Relationship Type="http://schemas.openxmlformats.org/officeDocument/2006/relationships/officeDocument" Target="/ppt/presentation.xml" Id="R2ea9e21dbe724b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a1ef361904709"/>
  </p:sldMasterIdLst>
  <p:notesMasterIdLst>
    <p:notesMasterId xmlns:r="http://schemas.openxmlformats.org/officeDocument/2006/relationships" r:id="R4f714537cb6b486f"/>
  </p:notesMasterIdLst>
  <p:sldIdLst>
    <p:sldId xmlns:r="http://schemas.openxmlformats.org/officeDocument/2006/relationships" id="256" r:id="Rb72e0f1b31c14483"/>
  </p:sldIdLst>
  <p:sldSz cx="1080135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a1ef361904709" /><Relationship Type="http://schemas.openxmlformats.org/officeDocument/2006/relationships/theme" Target="/ppt/theme/theme1.xml" Id="R8fa7bcf1279a4c10" /><Relationship Type="http://schemas.openxmlformats.org/officeDocument/2006/relationships/notesMaster" Target="/ppt/notesMasters/notesMaster1.xml" Id="R4f714537cb6b486f" /><Relationship Type="http://schemas.openxmlformats.org/officeDocument/2006/relationships/presProps" Target="/ppt/presProps.xml" Id="Re779fb14fecf41ab" /><Relationship Type="http://schemas.openxmlformats.org/officeDocument/2006/relationships/viewProps" Target="/ppt/viewProps.xml" Id="R27527f258c3a4c8d" /><Relationship Type="http://schemas.openxmlformats.org/officeDocument/2006/relationships/tableStyles" Target="/ppt/tableStyles.xml" Id="Rcbe85c81af17480a" /><Relationship Type="http://schemas.openxmlformats.org/officeDocument/2006/relationships/slide" Target="/ppt/slides/slide1.xml" Id="Rb72e0f1b31c1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97d548e78b4e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f2a8c1675341d3" /><Relationship Type="http://schemas.openxmlformats.org/officeDocument/2006/relationships/notesMaster" Target="/ppt/notesMasters/notesMaster1.xml" Id="Ra51a1785dd6d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70835716c4ec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20f32a8fe7e4970" /><Relationship Type="http://schemas.openxmlformats.org/officeDocument/2006/relationships/slideLayout" Target="/ppt/slideLayouts/slideLayout2.xml" Id="R68bf9f65ac0446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bf9f65ac0446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e40625aa244a4" /><Relationship Type="http://schemas.openxmlformats.org/officeDocument/2006/relationships/notesSlide" Target="/ppt/notesSlides/notesSlide1.xml" Id="Rdba249d1910043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 shadow">
            <a:extLst xmlns:a="http://schemas.openxmlformats.org/drawingml/2006/main">
              <a:ext uri="{FF2B5EF4-FFF2-40B4-BE49-F238E27FC236}">
                <a16:creationId xmlns:a16="http://schemas.microsoft.com/office/drawing/2014/main" id="{B427D66E-8E71-488F-AA3F-A986736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1475"/>
            <a:ext cx="1571625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S">
            <a:extLst xmlns:a="http://schemas.openxmlformats.org/drawingml/2006/main">
              <a:ext uri="{FF2B5EF4-FFF2-40B4-BE49-F238E27FC236}">
                <a16:creationId xmlns:a16="http://schemas.microsoft.com/office/drawing/2014/main" id="{D8EDAABA-2014-4FE5-8570-68D21DC7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7175"/>
            <a:ext cx="1571625" cy="1514475"/>
          </a:xfrm>
          <a:prstGeom xmlns:a="http://schemas.openxmlformats.org/drawingml/2006/main" prst="roundRect">
            <a:avLst>
              <a:gd name="adj" fmla="val 5031"/>
            </a:avLst>
          </a:prstGeom>
          <a:gradFill xmlns:a="http://schemas.openxmlformats.org/drawingml/2006/main">
            <a:gsLst>
              <a:gs pos="0">
                <a:srgbClr val="F3EDF9"/>
              </a:gs>
              <a:gs pos="100000">
                <a:srgbClr val="C9B7E8"/>
              </a:gs>
            </a:gsLst>
            <a:lin ang="5400000"/>
          </a:gradFill>
          <a:ln xmlns:a="http://schemas.openxmlformats.org/drawingml/2006/main" w="38100">
            <a:solidFill>
              <a:srgbClr val="7B5B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8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3" name="S_q shadow">
            <a:extLst xmlns:a="http://schemas.openxmlformats.org/drawingml/2006/main">
              <a:ext uri="{FF2B5EF4-FFF2-40B4-BE49-F238E27FC236}">
                <a16:creationId xmlns:a16="http://schemas.microsoft.com/office/drawing/2014/main" id="{3D666282-C527-42F7-B8E4-2E3E774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5621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_q">
            <a:extLst xmlns:a="http://schemas.openxmlformats.org/drawingml/2006/main">
              <a:ext uri="{FF2B5EF4-FFF2-40B4-BE49-F238E27FC236}">
                <a16:creationId xmlns:a16="http://schemas.microsoft.com/office/drawing/2014/main" id="{80927F01-BC13-4822-91FD-6D040F16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562100" cy="1495425"/>
          </a:xfrm>
          <a:prstGeom xmlns:a="http://schemas.openxmlformats.org/drawingml/2006/main" prst="roundRect">
            <a:avLst>
              <a:gd name="adj" fmla="val 5096"/>
            </a:avLst>
          </a:prstGeom>
          <a:gradFill xmlns:a="http://schemas.openxmlformats.org/drawingml/2006/main">
            <a:gsLst>
              <a:gs pos="0">
                <a:srgbClr val="69B8FF"/>
              </a:gs>
              <a:gs pos="100000">
                <a:srgbClr val="1F5F9F"/>
              </a:gs>
            </a:gsLst>
            <a:lin ang="5400000"/>
          </a:gradFill>
          <a:ln xmlns:a="http://schemas.openxmlformats.org/drawingml/2006/main" w="38100">
            <a:solidFill>
              <a:srgbClr val="2C7FC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" name="S_q subscript">
            <a:extLst xmlns:a="http://schemas.openxmlformats.org/drawingml/2006/main">
              <a:ext uri="{FF2B5EF4-FFF2-40B4-BE49-F238E27FC236}">
                <a16:creationId xmlns:a16="http://schemas.microsoft.com/office/drawing/2014/main" id="{8086CBE1-6FB5-4716-9FC6-C25C8FA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97" y="6123813"/>
            <a:ext cx="437388" cy="358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6" name="I_c shadow">
            <a:extLst xmlns:a="http://schemas.openxmlformats.org/drawingml/2006/main">
              <a:ext uri="{FF2B5EF4-FFF2-40B4-BE49-F238E27FC236}">
                <a16:creationId xmlns:a16="http://schemas.microsoft.com/office/drawing/2014/main" id="{31511997-A3B5-41CE-B679-EF2B448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000"/>
            <a:ext cx="15621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I_c">
            <a:extLst xmlns:a="http://schemas.openxmlformats.org/drawingml/2006/main">
              <a:ext uri="{FF2B5EF4-FFF2-40B4-BE49-F238E27FC236}">
                <a16:creationId xmlns:a16="http://schemas.microsoft.com/office/drawing/2014/main" id="{1BC1DDD6-DA74-4575-ADC3-E7A23D4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6700"/>
            <a:ext cx="1562100" cy="1514475"/>
          </a:xfrm>
          <a:prstGeom xmlns:a="http://schemas.openxmlformats.org/drawingml/2006/main" prst="roundRect">
            <a:avLst>
              <a:gd name="adj" fmla="val 5031"/>
            </a:avLst>
          </a:prstGeom>
          <a:gradFill xmlns:a="http://schemas.openxmlformats.org/drawingml/2006/main">
            <a:gsLst>
              <a:gs pos="0">
                <a:srgbClr val="F2EDF9"/>
              </a:gs>
              <a:gs pos="100000">
                <a:srgbClr val="C7B4E4"/>
              </a:gs>
            </a:gsLst>
            <a:lin ang="5400000"/>
          </a:gradFill>
          <a:ln xmlns:a="http://schemas.openxmlformats.org/drawingml/2006/main" w="38100">
            <a:solidFill>
              <a:srgbClr val="7B5B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" name="I_c subscript">
            <a:extLst xmlns:a="http://schemas.openxmlformats.org/drawingml/2006/main">
              <a:ext uri="{FF2B5EF4-FFF2-40B4-BE49-F238E27FC236}">
                <a16:creationId xmlns:a16="http://schemas.microsoft.com/office/drawing/2014/main" id="{189C3260-5B27-4A9B-ADC0-01DE90F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297" y="1114806"/>
            <a:ext cx="437388" cy="363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9" name="I_q shadow">
            <a:extLst xmlns:a="http://schemas.openxmlformats.org/drawingml/2006/main">
              <a:ext uri="{FF2B5EF4-FFF2-40B4-BE49-F238E27FC236}">
                <a16:creationId xmlns:a16="http://schemas.microsoft.com/office/drawing/2014/main" id="{D637EFB1-893C-4B39-BE56-C3D2599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91150"/>
            <a:ext cx="15621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_q">
            <a:extLst xmlns:a="http://schemas.openxmlformats.org/drawingml/2006/main">
              <a:ext uri="{FF2B5EF4-FFF2-40B4-BE49-F238E27FC236}">
                <a16:creationId xmlns:a16="http://schemas.microsoft.com/office/drawing/2014/main" id="{28868DEF-B91F-485F-B3B2-B23FD1B3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76850"/>
            <a:ext cx="1562100" cy="1495425"/>
          </a:xfrm>
          <a:prstGeom xmlns:a="http://schemas.openxmlformats.org/drawingml/2006/main" prst="roundRect">
            <a:avLst>
              <a:gd name="adj" fmla="val 5096"/>
            </a:avLst>
          </a:prstGeom>
          <a:gradFill xmlns:a="http://schemas.openxmlformats.org/drawingml/2006/main">
            <a:gsLst>
              <a:gs pos="0">
                <a:srgbClr val="6ABAFF"/>
              </a:gs>
              <a:gs pos="100000">
                <a:srgbClr val="1F5F9F"/>
              </a:gs>
            </a:gsLst>
            <a:lin ang="5400000"/>
          </a:gradFill>
          <a:ln xmlns:a="http://schemas.openxmlformats.org/drawingml/2006/main" w="38100">
            <a:solidFill>
              <a:srgbClr val="2C7FC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8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" name="I_q subscript">
            <a:extLst xmlns:a="http://schemas.openxmlformats.org/drawingml/2006/main">
              <a:ext uri="{FF2B5EF4-FFF2-40B4-BE49-F238E27FC236}">
                <a16:creationId xmlns:a16="http://schemas.microsoft.com/office/drawing/2014/main" id="{02F11DC6-3311-4C5E-8E7F-4DB88DE1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297" y="6114288"/>
            <a:ext cx="437388" cy="358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2" name="R shadow">
            <a:extLst xmlns:a="http://schemas.openxmlformats.org/drawingml/2006/main">
              <a:ext uri="{FF2B5EF4-FFF2-40B4-BE49-F238E27FC236}">
                <a16:creationId xmlns:a16="http://schemas.microsoft.com/office/drawing/2014/main" id="{CEB2E229-1AD1-49A7-9624-A5ADB667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0375"/>
            <a:ext cx="158115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">
            <a:extLst xmlns:a="http://schemas.openxmlformats.org/drawingml/2006/main">
              <a:ext uri="{FF2B5EF4-FFF2-40B4-BE49-F238E27FC236}">
                <a16:creationId xmlns:a16="http://schemas.microsoft.com/office/drawing/2014/main" id="{E13C5AF1-C3D3-4160-9889-FB94F10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86075"/>
            <a:ext cx="1581150" cy="1514475"/>
          </a:xfrm>
          <a:prstGeom xmlns:a="http://schemas.openxmlformats.org/drawingml/2006/main" prst="roundRect">
            <a:avLst>
              <a:gd name="adj" fmla="val 5031"/>
            </a:avLst>
          </a:prstGeom>
          <a:gradFill xmlns:a="http://schemas.openxmlformats.org/drawingml/2006/main">
            <a:gsLst>
              <a:gs pos="0">
                <a:srgbClr val="F2EDF9"/>
              </a:gs>
              <a:gs pos="100000">
                <a:srgbClr val="CBB8E9"/>
              </a:gs>
            </a:gsLst>
            <a:lin ang="5400000"/>
          </a:gradFill>
          <a:ln xmlns:a="http://schemas.openxmlformats.org/drawingml/2006/main" w="38100">
            <a:solidFill>
              <a:srgbClr val="7B5B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cxnSp>
        <p:nvCxnSpPr>
          <p:cNvPr id="14" name=""/>
          <p:cNvCxnSpPr>
            <a:stCxn xmlns:a="http://schemas.openxmlformats.org/drawingml/2006/main" id="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19300" y="1014413"/>
            <a:ext cx="2895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7B5BA6"/>
            </a:solidFill>
            <a:prstDash val="solid"/>
            <a:tailEnd type="arrow" w="lg" len="lg"/>
          </a:ln>
        </p:spPr>
      </p:cxnSp>
      <p:cxnSp>
        <p:nvCxnSpPr>
          <p:cNvPr id="15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1233488" y="1771650"/>
            <a:ext cx="4763" cy="3514725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FA6BD"/>
            </a:solidFill>
            <a:prstDash val="solid"/>
            <a:tailEnd type="arrow" w="lg" len="lg"/>
          </a:ln>
        </p:spPr>
      </p:cxnSp>
      <p:cxnSp>
        <p:nvCxnSpPr>
          <p:cNvPr id="16" name=""/>
          <p:cNvCxnSpPr>
            <a:stCxn xmlns:a="http://schemas.openxmlformats.org/drawingml/2006/main" id="2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019300" y="1014413"/>
            <a:ext cx="3676650" cy="4262438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FA6BD"/>
            </a:solidFill>
            <a:prstDash val="solid"/>
            <a:tailEnd type="arrow" w="lg" len="lg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77000" y="1023938"/>
            <a:ext cx="2600325" cy="2619375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B5BA6"/>
            </a:solidFill>
            <a:prstDash val="solid"/>
            <a:tailEnd type="arrow" w="lg" len="lg"/>
          </a:ln>
        </p:spPr>
      </p:cxnSp>
      <p:cxnSp>
        <p:nvCxnSpPr>
          <p:cNvPr id="1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477000" y="3643313"/>
            <a:ext cx="2600325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FA6BD"/>
            </a:solidFill>
            <a:prstDash val="solid"/>
            <a:tailEnd type="arrow" w="lg" len="lg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E125D-1531-4AD2-BAEC-DC15E31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8625"/>
            <a:ext cx="276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1ABB5-AA36-4752-A4E1-F03934D5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8625"/>
            <a:ext cx="876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rPr>
              <a:t>c(t)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B7C39-FE76-4621-AEB4-0EEDF371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"/>
            <a:ext cx="914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(1 −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C3220-32E6-49B8-B52E-8C07EAD6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"/>
            <a:ext cx="876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rPr>
              <a:t>q(t)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A9A2F-1B3C-425E-A088-3152F074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"/>
            <a:ext cx="228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7BE1C-05EF-4619-9E54-A3DED7E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33625"/>
            <a:ext cx="323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1C0C5-9B37-4C30-97F7-20E4348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0" i="1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rPr>
              <a:t>c(t)q(t)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C2D38-F137-4B5B-8CD1-DCD9030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76725"/>
            <a:ext cx="1066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(1 −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A8B8B-B34C-4280-A47E-38EAFAA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76725"/>
            <a:ext cx="323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AE79C-EB59-4FDD-822E-C2C734D1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767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 i="1">
                <a:solidFill>
                  <a:srgbClr val="FF00E6"/>
                </a:solidFill>
                <a:latin typeface="Times New Roman"/>
                <a:ea typeface="Times New Roman"/>
                <a:cs typeface="Times New Roman"/>
              </a:rPr>
              <a:t>)c(t)q(t)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4361B-2F49-4F66-A813-8092A4D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361950" y="2619375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Quarantined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12731-5E1B-405B-B439-92A49ECF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40000">
            <a:off x="1809750" y="2676525"/>
            <a:ext cx="1857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Isolated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E01CB-16F1-4ABE-BD88-54B0EAF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23975"/>
            <a:ext cx="66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439E75-9B45-412D-AE30-99C4482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52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57BB22-EAAC-4A7B-8B6C-BBB83421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362575"/>
            <a:ext cx="23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61588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2026-05-21T10:07:13.2390000Z</dcterms:created>
  <dcterms:modified xsi:type="dcterms:W3CDTF">2026-05-21T10:07:13.2390000Z</dcterms:modified>
</coreProperties>
</file>