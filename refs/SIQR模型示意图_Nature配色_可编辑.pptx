
<file path=[Content_Types].xml><?xml version="1.0" encoding="utf-8"?>
<Types xmlns="http://schemas.openxmlformats.org/package/2006/content-types">
  <Default Extension="bin" ContentType="application/vnd.openxmlformats-officedocument.oleObject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0801350" cy="73152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00" d="100"/>
          <a:sy n="100" d="100"/>
        </p:scale>
        <p:origin x="139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w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 shadow">
            <a:extLst>
              <a:ext uri="{FF2B5EF4-FFF2-40B4-BE49-F238E27FC236}">
                <a16:creationId xmlns:a16="http://schemas.microsoft.com/office/drawing/2014/main" id="{F842459A-9E7A-45E8-874C-7306941E81CC}"/>
              </a:ext>
            </a:extLst>
          </p:cNvPr>
          <p:cNvSpPr>
            <a:spLocks noGrp="1"/>
          </p:cNvSpPr>
          <p:nvPr/>
        </p:nvSpPr>
        <p:spPr>
          <a:xfrm>
            <a:off x="542925" y="371475"/>
            <a:ext cx="1571625" cy="1514475"/>
          </a:xfrm>
          <a:prstGeom prst="roundRect">
            <a:avLst>
              <a:gd name="adj" fmla="val 5031"/>
            </a:avLst>
          </a:prstGeom>
          <a:solidFill>
            <a:srgbClr val="000000">
              <a:alpha val="1568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S">
            <a:extLst>
              <a:ext uri="{FF2B5EF4-FFF2-40B4-BE49-F238E27FC236}">
                <a16:creationId xmlns:a16="http://schemas.microsoft.com/office/drawing/2014/main" id="{EAAD6EBE-ECB1-4318-8C10-3DD42843C0B0}"/>
              </a:ext>
            </a:extLst>
          </p:cNvPr>
          <p:cNvSpPr>
            <a:spLocks noGrp="1"/>
          </p:cNvSpPr>
          <p:nvPr/>
        </p:nvSpPr>
        <p:spPr>
          <a:xfrm>
            <a:off x="447675" y="257175"/>
            <a:ext cx="1571625" cy="1514475"/>
          </a:xfrm>
          <a:prstGeom prst="roundRect">
            <a:avLst>
              <a:gd name="adj" fmla="val 5031"/>
            </a:avLst>
          </a:prstGeom>
          <a:gradFill>
            <a:gsLst>
              <a:gs pos="0">
                <a:srgbClr val="F6F4FA"/>
              </a:gs>
              <a:gs pos="100000">
                <a:srgbClr val="DCD5EA"/>
              </a:gs>
            </a:gsLst>
            <a:lin ang="5400000"/>
          </a:gradFill>
          <a:ln w="38100">
            <a:solidFill>
              <a:srgbClr val="5B4C7A"/>
            </a:solidFill>
            <a:prstDash val="solid"/>
          </a:ln>
        </p:spPr>
        <p:txBody>
          <a:bodyPr anchor="ctr"/>
          <a:lstStyle/>
          <a:p>
            <a:pPr algn="ctr">
              <a:defRPr sz="5850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endParaRPr sz="5850" i="1" dirty="0">
              <a:solidFill>
                <a:srgbClr val="1F1F1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S_q shadow">
            <a:extLst>
              <a:ext uri="{FF2B5EF4-FFF2-40B4-BE49-F238E27FC236}">
                <a16:creationId xmlns:a16="http://schemas.microsoft.com/office/drawing/2014/main" id="{62732CB8-14FC-4B05-B8E1-59C17A82E56C}"/>
              </a:ext>
            </a:extLst>
          </p:cNvPr>
          <p:cNvSpPr>
            <a:spLocks noGrp="1"/>
          </p:cNvSpPr>
          <p:nvPr/>
        </p:nvSpPr>
        <p:spPr>
          <a:xfrm>
            <a:off x="552450" y="5400675"/>
            <a:ext cx="1562100" cy="1495425"/>
          </a:xfrm>
          <a:prstGeom prst="roundRect">
            <a:avLst>
              <a:gd name="adj" fmla="val 5096"/>
            </a:avLst>
          </a:prstGeom>
          <a:solidFill>
            <a:srgbClr val="000000">
              <a:alpha val="1568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_q">
            <a:extLst>
              <a:ext uri="{FF2B5EF4-FFF2-40B4-BE49-F238E27FC236}">
                <a16:creationId xmlns:a16="http://schemas.microsoft.com/office/drawing/2014/main" id="{FB3C0E33-866A-4A32-8909-BADEC60C03C7}"/>
              </a:ext>
            </a:extLst>
          </p:cNvPr>
          <p:cNvSpPr>
            <a:spLocks noGrp="1"/>
          </p:cNvSpPr>
          <p:nvPr/>
        </p:nvSpPr>
        <p:spPr>
          <a:xfrm>
            <a:off x="457200" y="5286375"/>
            <a:ext cx="1562100" cy="1495425"/>
          </a:xfrm>
          <a:prstGeom prst="roundRect">
            <a:avLst>
              <a:gd name="adj" fmla="val 5096"/>
            </a:avLst>
          </a:prstGeom>
          <a:gradFill>
            <a:gsLst>
              <a:gs pos="0">
                <a:srgbClr val="D7ECF7"/>
              </a:gs>
              <a:gs pos="100000">
                <a:srgbClr val="7CB6D6"/>
              </a:gs>
            </a:gsLst>
            <a:lin ang="5400000"/>
          </a:gradFill>
          <a:ln w="38100">
            <a:solidFill>
              <a:srgbClr val="1F77B4"/>
            </a:solidFill>
            <a:prstDash val="solid"/>
          </a:ln>
        </p:spPr>
        <p:txBody>
          <a:bodyPr anchor="ctr"/>
          <a:lstStyle/>
          <a:p>
            <a:pPr algn="ctr">
              <a:defRPr sz="5400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endParaRPr sz="5400" i="1" dirty="0">
              <a:solidFill>
                <a:srgbClr val="1F1F1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I_c shadow">
            <a:extLst>
              <a:ext uri="{FF2B5EF4-FFF2-40B4-BE49-F238E27FC236}">
                <a16:creationId xmlns:a16="http://schemas.microsoft.com/office/drawing/2014/main" id="{F0DB4324-96DF-45D7-803F-33B4EFF1F248}"/>
              </a:ext>
            </a:extLst>
          </p:cNvPr>
          <p:cNvSpPr>
            <a:spLocks noGrp="1"/>
          </p:cNvSpPr>
          <p:nvPr/>
        </p:nvSpPr>
        <p:spPr>
          <a:xfrm>
            <a:off x="5010150" y="381000"/>
            <a:ext cx="1562100" cy="1514475"/>
          </a:xfrm>
          <a:prstGeom prst="roundRect">
            <a:avLst>
              <a:gd name="adj" fmla="val 5031"/>
            </a:avLst>
          </a:prstGeom>
          <a:solidFill>
            <a:srgbClr val="000000">
              <a:alpha val="1568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I_c">
            <a:extLst>
              <a:ext uri="{FF2B5EF4-FFF2-40B4-BE49-F238E27FC236}">
                <a16:creationId xmlns:a16="http://schemas.microsoft.com/office/drawing/2014/main" id="{7605F743-6846-4E98-AE93-5EF8E10F00F0}"/>
              </a:ext>
            </a:extLst>
          </p:cNvPr>
          <p:cNvSpPr>
            <a:spLocks noGrp="1"/>
          </p:cNvSpPr>
          <p:nvPr/>
        </p:nvSpPr>
        <p:spPr>
          <a:xfrm>
            <a:off x="4914900" y="266700"/>
            <a:ext cx="1562100" cy="1514475"/>
          </a:xfrm>
          <a:prstGeom prst="roundRect">
            <a:avLst>
              <a:gd name="adj" fmla="val 5031"/>
            </a:avLst>
          </a:prstGeom>
          <a:gradFill>
            <a:gsLst>
              <a:gs pos="0">
                <a:srgbClr val="F6F4FA"/>
              </a:gs>
              <a:gs pos="100000">
                <a:srgbClr val="DCD5EA"/>
              </a:gs>
            </a:gsLst>
            <a:lin ang="5400000"/>
          </a:gradFill>
          <a:ln w="38100">
            <a:solidFill>
              <a:srgbClr val="5B4C7A"/>
            </a:solidFill>
            <a:prstDash val="solid"/>
          </a:ln>
        </p:spPr>
        <p:txBody>
          <a:bodyPr anchor="ctr"/>
          <a:lstStyle/>
          <a:p>
            <a:pPr algn="ctr">
              <a:defRPr sz="5700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endParaRPr sz="5700" i="1" dirty="0">
              <a:solidFill>
                <a:srgbClr val="1F1F1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9" name="I_q shadow">
            <a:extLst>
              <a:ext uri="{FF2B5EF4-FFF2-40B4-BE49-F238E27FC236}">
                <a16:creationId xmlns:a16="http://schemas.microsoft.com/office/drawing/2014/main" id="{F87378F2-9723-4301-9088-BE63739598AF}"/>
              </a:ext>
            </a:extLst>
          </p:cNvPr>
          <p:cNvSpPr>
            <a:spLocks noGrp="1"/>
          </p:cNvSpPr>
          <p:nvPr/>
        </p:nvSpPr>
        <p:spPr>
          <a:xfrm>
            <a:off x="5010150" y="5391150"/>
            <a:ext cx="1562100" cy="1495425"/>
          </a:xfrm>
          <a:prstGeom prst="roundRect">
            <a:avLst>
              <a:gd name="adj" fmla="val 5096"/>
            </a:avLst>
          </a:prstGeom>
          <a:solidFill>
            <a:srgbClr val="000000">
              <a:alpha val="1568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I_q">
            <a:extLst>
              <a:ext uri="{FF2B5EF4-FFF2-40B4-BE49-F238E27FC236}">
                <a16:creationId xmlns:a16="http://schemas.microsoft.com/office/drawing/2014/main" id="{F57A452D-B49D-4AD9-A57D-3D73B25BB9B3}"/>
              </a:ext>
            </a:extLst>
          </p:cNvPr>
          <p:cNvSpPr>
            <a:spLocks noGrp="1"/>
          </p:cNvSpPr>
          <p:nvPr/>
        </p:nvSpPr>
        <p:spPr>
          <a:xfrm>
            <a:off x="4914900" y="5276850"/>
            <a:ext cx="1562100" cy="1495425"/>
          </a:xfrm>
          <a:prstGeom prst="roundRect">
            <a:avLst>
              <a:gd name="adj" fmla="val 5096"/>
            </a:avLst>
          </a:prstGeom>
          <a:gradFill>
            <a:gsLst>
              <a:gs pos="0">
                <a:srgbClr val="D7ECF7"/>
              </a:gs>
              <a:gs pos="100000">
                <a:srgbClr val="7CB6D6"/>
              </a:gs>
            </a:gsLst>
            <a:lin ang="5400000"/>
          </a:gradFill>
          <a:ln w="38100">
            <a:solidFill>
              <a:srgbClr val="1F77B4"/>
            </a:solidFill>
            <a:prstDash val="solid"/>
          </a:ln>
        </p:spPr>
        <p:txBody>
          <a:bodyPr anchor="ctr"/>
          <a:lstStyle/>
          <a:p>
            <a:pPr algn="ctr">
              <a:defRPr sz="5850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endParaRPr sz="5850" i="1" dirty="0">
              <a:solidFill>
                <a:srgbClr val="1F1F1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" name="I_q subscript">
            <a:extLst>
              <a:ext uri="{FF2B5EF4-FFF2-40B4-BE49-F238E27FC236}">
                <a16:creationId xmlns:a16="http://schemas.microsoft.com/office/drawing/2014/main" id="{F20BD3F4-02E8-4DF7-97FF-B6F9EA204AA7}"/>
              </a:ext>
            </a:extLst>
          </p:cNvPr>
          <p:cNvSpPr>
            <a:spLocks noGrp="1"/>
          </p:cNvSpPr>
          <p:nvPr/>
        </p:nvSpPr>
        <p:spPr>
          <a:xfrm>
            <a:off x="5805297" y="6114288"/>
            <a:ext cx="437388" cy="3589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2850" b="0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endParaRPr sz="2850" b="0" i="1" dirty="0">
              <a:solidFill>
                <a:srgbClr val="1F1F1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2" name="R shadow">
            <a:extLst>
              <a:ext uri="{FF2B5EF4-FFF2-40B4-BE49-F238E27FC236}">
                <a16:creationId xmlns:a16="http://schemas.microsoft.com/office/drawing/2014/main" id="{33C76719-FF56-4D7E-91EA-C784324B22E9}"/>
              </a:ext>
            </a:extLst>
          </p:cNvPr>
          <p:cNvSpPr>
            <a:spLocks noGrp="1"/>
          </p:cNvSpPr>
          <p:nvPr/>
        </p:nvSpPr>
        <p:spPr>
          <a:xfrm>
            <a:off x="9172575" y="3000375"/>
            <a:ext cx="1581150" cy="1514475"/>
          </a:xfrm>
          <a:prstGeom prst="roundRect">
            <a:avLst>
              <a:gd name="adj" fmla="val 5031"/>
            </a:avLst>
          </a:prstGeom>
          <a:solidFill>
            <a:srgbClr val="000000">
              <a:alpha val="15686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">
            <a:extLst>
              <a:ext uri="{FF2B5EF4-FFF2-40B4-BE49-F238E27FC236}">
                <a16:creationId xmlns:a16="http://schemas.microsoft.com/office/drawing/2014/main" id="{D44D01FA-AF14-48E6-8493-F70A36CB444B}"/>
              </a:ext>
            </a:extLst>
          </p:cNvPr>
          <p:cNvSpPr>
            <a:spLocks noGrp="1"/>
          </p:cNvSpPr>
          <p:nvPr/>
        </p:nvSpPr>
        <p:spPr>
          <a:xfrm>
            <a:off x="9077325" y="2886075"/>
            <a:ext cx="1581150" cy="1514475"/>
          </a:xfrm>
          <a:prstGeom prst="roundRect">
            <a:avLst>
              <a:gd name="adj" fmla="val 5031"/>
            </a:avLst>
          </a:prstGeom>
          <a:gradFill>
            <a:gsLst>
              <a:gs pos="0">
                <a:srgbClr val="F6F4FA"/>
              </a:gs>
              <a:gs pos="100000">
                <a:srgbClr val="DCD5EA"/>
              </a:gs>
            </a:gsLst>
            <a:lin ang="5400000"/>
          </a:gradFill>
          <a:ln w="38100">
            <a:solidFill>
              <a:srgbClr val="5B4C7A"/>
            </a:solidFill>
            <a:prstDash val="solid"/>
          </a:ln>
        </p:spPr>
        <p:txBody>
          <a:bodyPr anchor="ctr"/>
          <a:lstStyle/>
          <a:p>
            <a:pPr algn="ctr">
              <a:defRPr sz="5700" i="1">
                <a:solidFill>
                  <a:srgbClr val="1F1F1F"/>
                </a:solidFill>
                <a:latin typeface="Times New Roman"/>
                <a:ea typeface="Times New Roman"/>
                <a:cs typeface="Times New Roman"/>
              </a:defRPr>
            </a:pPr>
            <a:endParaRPr sz="5700" i="1" dirty="0">
              <a:solidFill>
                <a:srgbClr val="1F1F1F"/>
              </a:solidFill>
              <a:latin typeface="Times New Roman"/>
              <a:ea typeface="Times New Roman"/>
              <a:cs typeface="Times New Roman"/>
            </a:endParaRPr>
          </a:p>
        </p:txBody>
      </p:sp>
      <p:cxnSp>
        <p:nvCxnSpPr>
          <p:cNvPr id="14" name="直接箭头连接符 13"/>
          <p:cNvCxnSpPr>
            <a:cxnSpLocks/>
            <a:endCxn id="7" idx="1"/>
          </p:cNvCxnSpPr>
          <p:nvPr/>
        </p:nvCxnSpPr>
        <p:spPr>
          <a:xfrm>
            <a:off x="2054224" y="1009650"/>
            <a:ext cx="2860676" cy="14288"/>
          </a:xfrm>
          <a:prstGeom prst="straightConnector1">
            <a:avLst/>
          </a:prstGeom>
          <a:ln w="57150">
            <a:solidFill>
              <a:srgbClr val="5B4C7A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5" name="直接箭头连接符 14"/>
          <p:cNvCxnSpPr>
            <a:cxnSpLocks/>
            <a:stCxn id="41" idx="2"/>
            <a:endCxn id="4" idx="0"/>
          </p:cNvCxnSpPr>
          <p:nvPr/>
        </p:nvCxnSpPr>
        <p:spPr>
          <a:xfrm flipH="1">
            <a:off x="1238250" y="1819763"/>
            <a:ext cx="6349" cy="3466612"/>
          </a:xfrm>
          <a:prstGeom prst="straightConnector1">
            <a:avLst/>
          </a:prstGeom>
          <a:ln w="57150">
            <a:solidFill>
              <a:srgbClr val="2A9D8F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6" name="直接箭头连接符 15"/>
          <p:cNvCxnSpPr>
            <a:cxnSpLocks/>
            <a:stCxn id="34" idx="3"/>
            <a:endCxn id="10" idx="0"/>
          </p:cNvCxnSpPr>
          <p:nvPr/>
        </p:nvCxnSpPr>
        <p:spPr>
          <a:xfrm>
            <a:off x="2114550" y="1128713"/>
            <a:ext cx="3581400" cy="4148137"/>
          </a:xfrm>
          <a:prstGeom prst="straightConnector1">
            <a:avLst/>
          </a:prstGeom>
          <a:ln w="57150">
            <a:solidFill>
              <a:srgbClr val="2A9D8F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7" name="直接箭头连接符 16"/>
          <p:cNvCxnSpPr>
            <a:cxnSpLocks/>
            <a:stCxn id="7" idx="3"/>
            <a:endCxn id="13" idx="1"/>
          </p:cNvCxnSpPr>
          <p:nvPr/>
        </p:nvCxnSpPr>
        <p:spPr>
          <a:xfrm>
            <a:off x="6477000" y="1023938"/>
            <a:ext cx="2600325" cy="2619375"/>
          </a:xfrm>
          <a:prstGeom prst="straightConnector1">
            <a:avLst/>
          </a:prstGeom>
          <a:ln w="66675">
            <a:solidFill>
              <a:srgbClr val="5B4C7A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8" name="直接箭头连接符 17"/>
          <p:cNvCxnSpPr>
            <a:cxnSpLocks/>
            <a:endCxn id="13" idx="1"/>
          </p:cNvCxnSpPr>
          <p:nvPr/>
        </p:nvCxnSpPr>
        <p:spPr>
          <a:xfrm flipV="1">
            <a:off x="6518275" y="3643313"/>
            <a:ext cx="2559050" cy="2381249"/>
          </a:xfrm>
          <a:prstGeom prst="straightConnector1">
            <a:avLst/>
          </a:prstGeom>
          <a:ln w="57150">
            <a:solidFill>
              <a:srgbClr val="2A9D8F"/>
            </a:solidFill>
            <a:prstDash val="solid"/>
            <a:headEnd type="none" w="med" len="med"/>
            <a:tailEnd type="triangle" w="med" len="med"/>
          </a:ln>
        </p:spPr>
      </p:cxnSp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C335A7B8-8FC5-1E24-FC05-F5F25E8717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917717"/>
              </p:ext>
            </p:extLst>
          </p:nvPr>
        </p:nvGraphicFramePr>
        <p:xfrm>
          <a:off x="833436" y="419100"/>
          <a:ext cx="822326" cy="1400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3" imgW="144720" imgH="245520" progId="Equation.AxMath">
                  <p:embed/>
                </p:oleObj>
              </mc:Choice>
              <mc:Fallback>
                <p:oleObj name="AxMath" r:id="rId3" imgW="144720" imgH="24552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33436" y="419100"/>
                        <a:ext cx="822326" cy="1400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对象 41">
            <a:extLst>
              <a:ext uri="{FF2B5EF4-FFF2-40B4-BE49-F238E27FC236}">
                <a16:creationId xmlns:a16="http://schemas.microsoft.com/office/drawing/2014/main" id="{14F59C17-6E53-D83E-A7B5-D573168EFE5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5621970"/>
              </p:ext>
            </p:extLst>
          </p:nvPr>
        </p:nvGraphicFramePr>
        <p:xfrm>
          <a:off x="781843" y="5385586"/>
          <a:ext cx="1093788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5" imgW="191880" imgH="246600" progId="Equation.AxMath">
                  <p:embed/>
                </p:oleObj>
              </mc:Choice>
              <mc:Fallback>
                <p:oleObj name="AxMath" r:id="rId5" imgW="191880" imgH="246600" progId="Equation.AxMath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C335A7B8-8FC5-1E24-FC05-F5F25E8717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81843" y="5385586"/>
                        <a:ext cx="1093788" cy="1400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对象 42">
            <a:extLst>
              <a:ext uri="{FF2B5EF4-FFF2-40B4-BE49-F238E27FC236}">
                <a16:creationId xmlns:a16="http://schemas.microsoft.com/office/drawing/2014/main" id="{FB0A1845-89F5-23AD-AE45-0F94A2459F8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3349048"/>
              </p:ext>
            </p:extLst>
          </p:nvPr>
        </p:nvGraphicFramePr>
        <p:xfrm>
          <a:off x="5364163" y="371475"/>
          <a:ext cx="714375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7" imgW="125640" imgH="245520" progId="Equation.AxMath">
                  <p:embed/>
                </p:oleObj>
              </mc:Choice>
              <mc:Fallback>
                <p:oleObj name="AxMath" r:id="rId7" imgW="125640" imgH="245520" progId="Equation.AxMath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C335A7B8-8FC5-1E24-FC05-F5F25E8717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64163" y="371475"/>
                        <a:ext cx="714375" cy="1400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8D824C83-1FF1-7DFF-0557-C43D87CD2A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965337"/>
              </p:ext>
            </p:extLst>
          </p:nvPr>
        </p:nvGraphicFramePr>
        <p:xfrm>
          <a:off x="5310823" y="5400675"/>
          <a:ext cx="931862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9" imgW="164160" imgH="246600" progId="Equation.AxMath">
                  <p:embed/>
                </p:oleObj>
              </mc:Choice>
              <mc:Fallback>
                <p:oleObj name="AxMath" r:id="rId9" imgW="164160" imgH="246600" progId="Equation.AxMath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C335A7B8-8FC5-1E24-FC05-F5F25E8717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310823" y="5400675"/>
                        <a:ext cx="931862" cy="1400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A6A550AA-F87A-34F6-AA4E-19F154F5309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9476498"/>
              </p:ext>
            </p:extLst>
          </p:nvPr>
        </p:nvGraphicFramePr>
        <p:xfrm>
          <a:off x="9423400" y="2998788"/>
          <a:ext cx="922338" cy="140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1" imgW="162360" imgH="245520" progId="Equation.AxMath">
                  <p:embed/>
                </p:oleObj>
              </mc:Choice>
              <mc:Fallback>
                <p:oleObj name="AxMath" r:id="rId11" imgW="162360" imgH="245520" progId="Equation.AxMath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C335A7B8-8FC5-1E24-FC05-F5F25E8717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9423400" y="2998788"/>
                        <a:ext cx="922338" cy="1400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E0C65306-FE7E-B0AF-F736-161131878B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496114"/>
              </p:ext>
            </p:extLst>
          </p:nvPr>
        </p:nvGraphicFramePr>
        <p:xfrm>
          <a:off x="2670995" y="560387"/>
          <a:ext cx="1687460" cy="444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3" imgW="975960" imgH="257040" progId="Equation.AxMath">
                  <p:embed/>
                </p:oleObj>
              </mc:Choice>
              <mc:Fallback>
                <p:oleObj name="AxMath" r:id="rId13" imgW="975960" imgH="25704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670995" y="560387"/>
                        <a:ext cx="1687460" cy="4445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A544BBD7-3F7C-0125-34F2-345B41D4F0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8638807"/>
              </p:ext>
            </p:extLst>
          </p:nvPr>
        </p:nvGraphicFramePr>
        <p:xfrm>
          <a:off x="3923588" y="2771775"/>
          <a:ext cx="1253250" cy="44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5" imgW="717840" imgH="255240" progId="Equation.AxMath">
                  <p:embed/>
                </p:oleObj>
              </mc:Choice>
              <mc:Fallback>
                <p:oleObj name="AxMath" r:id="rId15" imgW="717840" imgH="255240" progId="Equation.AxMath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923588" y="2771775"/>
                        <a:ext cx="1253250" cy="446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1CA567F6-D754-9C16-C9E8-CEA3D9AFF3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376585"/>
              </p:ext>
            </p:extLst>
          </p:nvPr>
        </p:nvGraphicFramePr>
        <p:xfrm>
          <a:off x="1292225" y="3476624"/>
          <a:ext cx="1687460" cy="4445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xMath" r:id="rId17" imgW="975960" imgH="257040" progId="Equation.AxMath">
                  <p:embed/>
                </p:oleObj>
              </mc:Choice>
              <mc:Fallback>
                <p:oleObj name="AxMath" r:id="rId17" imgW="975960" imgH="257040" progId="Equation.AxMath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E0C65306-FE7E-B0AF-F736-161131878B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292225" y="3476624"/>
                        <a:ext cx="1687460" cy="4445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65788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DocSecurity>0</DocSecurity>
  <PresentationFormat>自定义</PresentationFormat>
  <Paragraphs>0</Paragraphs>
  <Slides>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Calibri</vt:lpstr>
      <vt:lpstr>Times New Roman</vt:lpstr>
      <vt:lpstr>ChatGPT</vt:lpstr>
      <vt:lpstr>AxMath</vt:lpstr>
      <vt:lpstr>Equation.AxMath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介 龙</cp:lastModifiedBy>
  <cp:revision>4</cp:revision>
  <dcterms:created xsi:type="dcterms:W3CDTF">2026-05-21T10:13:44Z</dcterms:created>
  <dcterms:modified xsi:type="dcterms:W3CDTF">2026-05-21T12:58:12Z</dcterms:modified>
</cp:coreProperties>
</file>